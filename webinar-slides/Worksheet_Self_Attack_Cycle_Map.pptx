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6464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000" b="1" dirty="0">
                <a:solidFill>
                  <a:schemeClr val="tx2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نقشه چرخه حمله به خود</a:t>
            </a:r>
            <a:endParaRPr lang="fa-IR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464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400" dirty="0">
                <a:solidFill>
                  <a:schemeClr val="accent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یک تجربه واقعی و کوچک را انتخاب کنید و خانه‌ها را به ترتیب پر کنید.</a:t>
            </a:r>
            <a:endParaRPr lang="fa-IR" sz="1400" dirty="0"/>
          </a:p>
        </p:txBody>
      </p:sp>
      <p:sp>
        <p:nvSpPr>
          <p:cNvPr id="4" name="cell"/>
          <p:cNvSpPr/>
          <p:nvPr/>
        </p:nvSpPr>
        <p:spPr>
          <a:xfrm>
            <a:off x="4992624" y="201168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75504" y="21488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۱</a:t>
            </a:r>
            <a:endParaRPr lang="fa-IR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175504" y="260604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اتفاق</a:t>
            </a:r>
            <a:endParaRPr lang="fa-IR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175504" y="315468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چه شد؟ فقط واقعیت.</a:t>
            </a:r>
            <a:endParaRPr lang="fa-IR" sz="1200" dirty="0"/>
          </a:p>
        </p:txBody>
      </p:sp>
      <p:sp>
        <p:nvSpPr>
          <p:cNvPr id="8" name="cell"/>
          <p:cNvSpPr/>
          <p:nvPr/>
        </p:nvSpPr>
        <p:spPr>
          <a:xfrm>
            <a:off x="2770632" y="201168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53512" y="21488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۲</a:t>
            </a:r>
            <a:endParaRPr lang="fa-IR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953512" y="260604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احساس اولیه</a:t>
            </a:r>
            <a:endParaRPr lang="fa-I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953512" y="315468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اولین احساس من چه بود؟</a:t>
            </a:r>
            <a:endParaRPr lang="fa-IR" sz="1200" dirty="0"/>
          </a:p>
        </p:txBody>
      </p:sp>
      <p:sp>
        <p:nvSpPr>
          <p:cNvPr id="12" name="cell"/>
          <p:cNvSpPr/>
          <p:nvPr/>
        </p:nvSpPr>
        <p:spPr>
          <a:xfrm>
            <a:off x="548640" y="201168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1488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۳</a:t>
            </a:r>
            <a:endParaRPr lang="fa-IR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60604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جمله منتقد درونی</a:t>
            </a:r>
            <a:endParaRPr lang="fa-IR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15468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دقیقاً چه گفت؟</a:t>
            </a:r>
            <a:endParaRPr lang="fa-IR" sz="1200" dirty="0"/>
          </a:p>
        </p:txBody>
      </p:sp>
      <p:sp>
        <p:nvSpPr>
          <p:cNvPr id="16" name="cell"/>
          <p:cNvSpPr/>
          <p:nvPr/>
        </p:nvSpPr>
        <p:spPr>
          <a:xfrm>
            <a:off x="4992624" y="470916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75504" y="484632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۴</a:t>
            </a:r>
            <a:endParaRPr lang="fa-IR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175504" y="530352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نوع منتقد</a:t>
            </a:r>
            <a:endParaRPr lang="fa-IR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175504" y="585216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000" dirty="0">
                <a:solidFill>
                  <a:schemeClr val="accent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Worrier · Not good enough · Hated self · Teamster · Non-feeler · Not good enough for others</a:t>
            </a:r>
            <a:endParaRPr lang="en-US" sz="1000" dirty="0"/>
          </a:p>
        </p:txBody>
      </p:sp>
      <p:sp>
        <p:nvSpPr>
          <p:cNvPr id="20" name="cell"/>
          <p:cNvSpPr/>
          <p:nvPr/>
        </p:nvSpPr>
        <p:spPr>
          <a:xfrm>
            <a:off x="2770632" y="470916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53512" y="484632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2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۵</a:t>
            </a:r>
            <a:endParaRPr lang="fa-IR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2953512" y="530352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نیاز</a:t>
            </a:r>
            <a:endParaRPr lang="fa-IR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953512" y="585216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چه چیزی برایم مهم بود؟</a:t>
            </a:r>
            <a:endParaRPr lang="fa-IR" sz="1200" dirty="0"/>
          </a:p>
        </p:txBody>
      </p:sp>
      <p:sp>
        <p:nvSpPr>
          <p:cNvPr id="24" name="cell"/>
          <p:cNvSpPr/>
          <p:nvPr/>
        </p:nvSpPr>
        <p:spPr>
          <a:xfrm>
            <a:off x="548640" y="470916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84632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2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۶</a:t>
            </a:r>
            <a:endParaRPr lang="fa-IR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30352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خودحمایتی</a:t>
            </a:r>
            <a:endParaRPr lang="fa-IR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85216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چطور بدون حمله به خودم از خودم حمایت کنم؟</a:t>
            </a:r>
            <a:endParaRPr lang="fa-IR" sz="1200" dirty="0"/>
          </a:p>
        </p:txBody>
      </p:sp>
      <p:sp>
        <p:nvSpPr>
          <p:cNvPr id="28" name="cell"/>
          <p:cNvSpPr/>
          <p:nvPr/>
        </p:nvSpPr>
        <p:spPr>
          <a:xfrm>
            <a:off x="4992624" y="740664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75504" y="754380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2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۷</a:t>
            </a:r>
            <a:endParaRPr lang="fa-IR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5175504" y="800100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خشم محافظتی / قاطعانه</a:t>
            </a:r>
            <a:endParaRPr lang="fa-IR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175504" y="854964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این خشم از چه چیزی خبر می‌دهد؟</a:t>
            </a:r>
            <a:endParaRPr lang="fa-IR" sz="1200" dirty="0"/>
          </a:p>
        </p:txBody>
      </p:sp>
      <p:sp>
        <p:nvSpPr>
          <p:cNvPr id="32" name="cell"/>
          <p:cNvSpPr/>
          <p:nvPr/>
        </p:nvSpPr>
        <p:spPr>
          <a:xfrm>
            <a:off x="2770632" y="740664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953512" y="754380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2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۸</a:t>
            </a:r>
            <a:endParaRPr lang="fa-IR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2953512" y="800100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مرز</a:t>
            </a:r>
            <a:endParaRPr lang="fa-IR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953512" y="854964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چه مرز یا خواسته‌ای دارم؟</a:t>
            </a:r>
            <a:endParaRPr lang="fa-IR" sz="1200" dirty="0"/>
          </a:p>
        </p:txBody>
      </p:sp>
      <p:sp>
        <p:nvSpPr>
          <p:cNvPr id="36" name="cell"/>
          <p:cNvSpPr/>
          <p:nvPr/>
        </p:nvSpPr>
        <p:spPr>
          <a:xfrm>
            <a:off x="548640" y="740664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754380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2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۹</a:t>
            </a:r>
            <a:endParaRPr lang="fa-IR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800100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اقدام</a:t>
            </a:r>
            <a:endParaRPr lang="fa-IR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854964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قدم بعدی من چیست؟</a:t>
            </a:r>
            <a:endParaRPr lang="fa-IR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10058400"/>
            <a:ext cx="6464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100" dirty="0">
                <a:solidFill>
                  <a:schemeClr val="accent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فرم آموزشی خودمشاهده‌گری؛ ابزار تشخیص نیست.</a:t>
            </a:r>
            <a:endParaRPr lang="fa-IR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nnamon Cedar">
  <a:themeElements>
    <a:clrScheme name="Cinnamon Cedar">
      <a:dk1>
        <a:srgbClr val="3A2A22"/>
      </a:dk1>
      <a:lt1>
        <a:srgbClr val="FFFFFF"/>
      </a:lt1>
      <a:dk2>
        <a:srgbClr val="7F4E34"/>
      </a:dk2>
      <a:lt2>
        <a:srgbClr val="FAF8F5"/>
      </a:lt2>
      <a:accent1>
        <a:srgbClr val="7F4E34"/>
      </a:accent1>
      <a:accent2>
        <a:srgbClr val="5F7269"/>
      </a:accent2>
      <a:accent3>
        <a:srgbClr val="42564E"/>
      </a:accent3>
      <a:accent4>
        <a:srgbClr val="D9D1C7"/>
      </a:accent4>
      <a:accent5>
        <a:srgbClr val="7A726B"/>
      </a:accent5>
      <a:accent6>
        <a:srgbClr val="B5413A"/>
      </a:accent6>
      <a:hlink>
        <a:srgbClr val="5F7269"/>
      </a:hlink>
      <a:folHlink>
        <a:srgbClr val="7A726B"/>
      </a:folHlink>
    </a:clrScheme>
    <a:fontScheme name="Cinnamon Cedar">
      <a:majorFont>
        <a:latin typeface="Vazirmatn"/>
        <a:ea typeface=""/>
        <a:cs typeface="Vazirmatn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Vazirmatn"/>
        <a:ea typeface=""/>
        <a:cs typeface="Vazirmatn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نقشه چرخه حمله به خود</dc:title>
  <dc:subject>PptxGenJS Presentation</dc:subject>
  <dc:creator>PptxGenJS</dc:creator>
  <cp:lastModifiedBy>PptxGenJS</cp:lastModifiedBy>
  <cp:revision>1</cp:revision>
  <dcterms:created xsi:type="dcterms:W3CDTF">2026-10-07T14:38:08Z</dcterms:created>
  <dcterms:modified xsi:type="dcterms:W3CDTF">2026-10-07T14:38:08Z</dcterms:modified>
</cp:coreProperties>
</file>